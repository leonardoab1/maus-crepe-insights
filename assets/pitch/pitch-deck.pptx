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value: turn robot run records and camera checks into a structured set of measurements. The public project includes the code and model artifacts; the Maus export stays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private export has 828 rows and 177 columns in runs.parquet. Vision.parquet has 138 rows. The current local export also has 257 push_off overlay attempts, with 248 passing the line detector's quality gate. Measurements include diameter, area, normalized centre offset, circularity, robot-marked holes, uncovered fraction, residue, CIE L* browning, ideal-fold IoU, folded area ratio, outline position and axis angle. Sources: the local aggregate export and documentation/data/pipeline.md. The push_off figures count attempts, not unique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segmentation student's 0.966 test IoU is against SAM 3 teacher masks on 225 frames from 57 held-out runs. The human comparison is median IoU 0.944 on 62 valid masks; it covers five consecutive runs of one robot, and four of those runs were in student training. The fold-state rule agrees with the robot's passed-check state on 991 frames, but thresholds were selected on those same frames, including the evaluation subset. Four check-verdict heads report balanced accuracy from 0.67 to 0.92 on holdouts of 31 to 61 frames; their labels are robot verdicts. Sources: code/models/crepe-student/model.json, documentation/vision/crepe-student.md and the check-verdict model cards. Repository: https://github.com/leonardoAB1/maus-crepe-insights.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leonardoAB1/maus-crepe-insigh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4A3226"/>
                </a:solidFill>
                <a:latin typeface="DejaVu Sans"/>
              </a:rPr>
              <a:t>Maus Crepe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88036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28B9B"/>
                </a:solidFill>
                <a:latin typeface="DejaVu Sans"/>
              </a:rPr>
              <a:t>Turn robot camera checks into measurable crêpe-quality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605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7A63"/>
                </a:solidFill>
                <a:latin typeface="DejaVu Sans"/>
              </a:rPr>
              <a:t>Spread, fold, pose and run metrics from real robot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A3226"/>
                </a:solidFill>
                <a:latin typeface="DejaVu Sans"/>
              </a:rPr>
              <a:t>What we can measure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E8A87C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4000" b="1">
                <a:solidFill>
                  <a:srgbClr val="4A3226"/>
                </a:solidFill>
                <a:latin typeface="DejaVu Sans"/>
              </a:rPr>
              <a:t>828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run records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JSON export + ROS 2 MCAP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8698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F28B9B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4000" b="1">
                <a:solidFill>
                  <a:srgbClr val="4A3226"/>
                </a:solidFill>
                <a:latin typeface="DejaVu Sans"/>
              </a:rPr>
              <a:t>177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analysis fields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one row per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1636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E8A87C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4000" b="1">
                <a:solidFill>
                  <a:srgbClr val="4A3226"/>
                </a:solidFill>
                <a:latin typeface="DejaVu Sans"/>
              </a:rPr>
              <a:t>138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vision metric rows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of 828 exported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64574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F28B9B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4000" b="1">
                <a:solidFill>
                  <a:srgbClr val="4A3226"/>
                </a:solidFill>
                <a:latin typeface="DejaVu Sans"/>
              </a:rPr>
              <a:t>257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push-off overlays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248 passed the line-quality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0">
                <a:solidFill>
                  <a:srgbClr val="4A3226"/>
                </a:solidFill>
                <a:latin typeface="DejaVu Sans"/>
              </a:rPr>
              <a:t>- Spread: diameter, area, centre offset and circularity.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0">
                <a:solidFill>
                  <a:srgbClr val="4A3226"/>
                </a:solidFill>
                <a:latin typeface="DejaVu Sans"/>
              </a:rPr>
              <a:t>- Surface: robot-marked holes, uncovered plate, residue and browning.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0">
                <a:solidFill>
                  <a:srgbClr val="4A3226"/>
                </a:solidFill>
                <a:latin typeface="DejaVu Sans"/>
              </a:rPr>
              <a:t>- Fold and pose: ideal-shape overlap, fold-area ratio, centre and axis angle.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0">
                <a:solidFill>
                  <a:srgbClr val="4A3226"/>
                </a:solidFill>
                <a:latin typeface="DejaVu Sans"/>
              </a:rPr>
              <a:t>- Run context: stages, check attempts, outcomes and recipe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C7A63"/>
                </a:solidFill>
                <a:latin typeface="DejaVu Sans"/>
              </a:rPr>
              <a:t>Sources: private run tables + pipeline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276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7A63"/>
                </a:solidFill>
                <a:latin typeface="DejaVu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A3226"/>
                </a:solidFill>
                <a:latin typeface="DejaVu Sans"/>
              </a:rPr>
              <a:t>Model metrics, with their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E8A87C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4000" b="1">
                <a:solidFill>
                  <a:srgbClr val="4A3226"/>
                </a:solidFill>
                <a:latin typeface="DejaVu Sans"/>
              </a:rPr>
              <a:t>0.966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mask IoU vs SAM 3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225 held-out frames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8698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F28B9B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4000" b="1">
                <a:solidFill>
                  <a:srgbClr val="4A3226"/>
                </a:solidFill>
                <a:latin typeface="DejaVu Sans"/>
              </a:rPr>
              <a:t>0.944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median IoU vs human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62 valid masks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1636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E8A87C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4000" b="1">
                <a:solidFill>
                  <a:srgbClr val="4A3226"/>
                </a:solidFill>
                <a:latin typeface="DejaVu Sans"/>
              </a:rPr>
              <a:t>99.5%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fold-state agreement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991 passed-check moments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64574" y="1325880"/>
            <a:ext cx="2658618" cy="2286000"/>
          </a:xfrm>
          <a:prstGeom prst="roundRect">
            <a:avLst>
              <a:gd name="adj" fmla="val 12000"/>
            </a:avLst>
          </a:prstGeom>
          <a:solidFill>
            <a:srgbClr val="F28B9B"/>
          </a:solidFill>
          <a:ln w="15875">
            <a:solidFill>
              <a:srgbClr val="E8A8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19456" bIns="146304"/>
          <a:lstStyle/>
          <a:p>
            <a:pPr algn="l"/>
            <a:r>
              <a:rPr sz="3100" b="1">
                <a:solidFill>
                  <a:srgbClr val="4A3226"/>
                </a:solidFill>
                <a:latin typeface="DejaVu Sans"/>
              </a:rPr>
              <a:t>0.67-0.92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4A3226"/>
                </a:solidFill>
                <a:latin typeface="DejaVu Sans"/>
              </a:rPr>
              <a:t>check-head balanced accuracy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A3226"/>
                </a:solidFill>
                <a:latin typeface="DejaVu Sans"/>
              </a:rPr>
              <a:t>31-61 frame holdouts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0">
                <a:solidFill>
                  <a:srgbClr val="4A3226"/>
                </a:solidFill>
                <a:latin typeface="DejaVu Sans"/>
              </a:rPr>
              <a:t>- Teacher IoU compares with SAM 3 masks, not ground truth.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0">
                <a:solidFill>
                  <a:srgbClr val="4A3226"/>
                </a:solidFill>
                <a:latin typeface="DejaVu Sans"/>
              </a:rPr>
              <a:t>- Human-mask review spans five runs on one robot; four were in student training.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300" b="0">
                <a:solidFill>
                  <a:srgbClr val="4A3226"/>
                </a:solidFill>
                <a:latin typeface="DejaVu Sans"/>
              </a:rPr>
              <a:t>- Fold thresholds use the same passed-check frames; check-head labels are robot verdicts.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C7A63"/>
                </a:solidFill>
                <a:latin typeface="DejaVu Sans"/>
                <a:hlinkClick r:id="rId3"/>
              </a:rPr>
              <a:t>Explore the public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276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7A63"/>
                </a:solidFill>
                <a:latin typeface="DejaVu San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